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82" r:id="rId3"/>
    <p:sldId id="284" r:id="rId4"/>
    <p:sldId id="283" r:id="rId5"/>
    <p:sldId id="288" r:id="rId6"/>
    <p:sldId id="287" r:id="rId7"/>
    <p:sldId id="257" r:id="rId8"/>
    <p:sldId id="289" r:id="rId9"/>
    <p:sldId id="258" r:id="rId10"/>
    <p:sldId id="290" r:id="rId11"/>
  </p:sldIdLst>
  <p:sldSz cx="12192000" cy="6858000"/>
  <p:notesSz cx="6858000" cy="9144000"/>
  <p:embeddedFontLst>
    <p:embeddedFont>
      <p:font typeface="나눔스퀘어OTF Bold" panose="020B0600000101010101" pitchFamily="34" charset="-127"/>
      <p:bold r:id="rId12"/>
    </p:embeddedFont>
    <p:embeddedFont>
      <p:font typeface="나눔스퀘어OTF_ac" panose="020B0600000101010101" pitchFamily="34" charset="-127"/>
      <p:regular r:id="rId13"/>
    </p:embeddedFont>
    <p:embeddedFont>
      <p:font typeface="나눔스퀘어" panose="020B0600000101010101" pitchFamily="50" charset="-127"/>
      <p:regular r:id="rId14"/>
    </p:embeddedFont>
    <p:embeddedFont>
      <p:font typeface="나눔스퀘어 Bold" panose="020B0600000101010101" pitchFamily="50" charset="-127"/>
      <p:bold r:id="rId15"/>
    </p:embeddedFont>
    <p:embeddedFont>
      <p:font typeface="나눔스퀘어OTF_ac ExtraBold" panose="020B0600000101010101" pitchFamily="34" charset="-127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3B1"/>
    <a:srgbClr val="FFFF00"/>
    <a:srgbClr val="DAE2F3"/>
    <a:srgbClr val="252C2F"/>
    <a:srgbClr val="1519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D2C467-222D-BA2E-D2D3-994B11EA4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520338-0DAD-6F46-7836-70322AD69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20EF57-C929-D747-50E2-4B9C8AC1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752E-AB01-4D81-B5FE-14D116815635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370AD6-5AE0-9E88-0894-2767C45A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26B5AE-5A3A-7147-B5C4-FE9BF379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66E9-F7FE-450F-87B3-48A945453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74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8AB4D-122A-9192-1C1D-13B03787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35AE17-05F6-FF9F-14CF-9EE6CC9C8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4FB329-8AE3-742D-F6F0-EF9FF3F6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752E-AB01-4D81-B5FE-14D116815635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98CFD-0825-63A7-52B9-A6EB25C39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DFE7C-EBE9-928D-482E-DAE7C3A0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66E9-F7FE-450F-87B3-48A945453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34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DE3DB49-197D-3119-33EB-8C951B9F144F}"/>
              </a:ext>
            </a:extLst>
          </p:cNvPr>
          <p:cNvSpPr/>
          <p:nvPr userDrawn="1"/>
        </p:nvSpPr>
        <p:spPr>
          <a:xfrm>
            <a:off x="1048743" y="554708"/>
            <a:ext cx="10110403" cy="503136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115853-1B5D-A974-7366-5BF2D9FB4AA1}"/>
              </a:ext>
            </a:extLst>
          </p:cNvPr>
          <p:cNvSpPr/>
          <p:nvPr userDrawn="1"/>
        </p:nvSpPr>
        <p:spPr>
          <a:xfrm>
            <a:off x="616101" y="2799537"/>
            <a:ext cx="3955900" cy="302922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3A7509-D735-F7F8-1BB2-BFDC57CFE5EC}"/>
              </a:ext>
            </a:extLst>
          </p:cNvPr>
          <p:cNvSpPr txBox="1"/>
          <p:nvPr userDrawn="1"/>
        </p:nvSpPr>
        <p:spPr>
          <a:xfrm>
            <a:off x="9723967" y="5611951"/>
            <a:ext cx="14351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hello@hyenc.net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040F5D1-C3B0-A5B9-7807-7125829C7D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854" y="5431354"/>
            <a:ext cx="269738" cy="26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CFDC84D6-C38A-6150-FF6E-30A16D9A6E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620" y="5397384"/>
            <a:ext cx="337678" cy="33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828AD0B9-CCC7-55CE-3A83-EA3F22EC1D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326" y="5434493"/>
            <a:ext cx="263461" cy="26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318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30A44DB-DDD4-EFD3-F481-6DBECA073515}"/>
              </a:ext>
            </a:extLst>
          </p:cNvPr>
          <p:cNvSpPr/>
          <p:nvPr userDrawn="1"/>
        </p:nvSpPr>
        <p:spPr>
          <a:xfrm>
            <a:off x="-1" y="0"/>
            <a:ext cx="12192001" cy="874983"/>
          </a:xfrm>
          <a:prstGeom prst="rect">
            <a:avLst/>
          </a:prstGeom>
          <a:solidFill>
            <a:srgbClr val="2933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3">
            <a:extLst>
              <a:ext uri="{FF2B5EF4-FFF2-40B4-BE49-F238E27FC236}">
                <a16:creationId xmlns:a16="http://schemas.microsoft.com/office/drawing/2014/main" id="{6F1DC33D-D2D1-608E-EFC8-BF15FE73B834}"/>
              </a:ext>
            </a:extLst>
          </p:cNvPr>
          <p:cNvSpPr/>
          <p:nvPr userDrawn="1"/>
        </p:nvSpPr>
        <p:spPr>
          <a:xfrm>
            <a:off x="242684" y="149404"/>
            <a:ext cx="585042" cy="567708"/>
          </a:xfrm>
          <a:prstGeom prst="roundRect">
            <a:avLst>
              <a:gd name="adj" fmla="val 12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7A040EB4-6F6F-3B58-E7A6-58E01632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062" y="149404"/>
            <a:ext cx="10515600" cy="58737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2804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30A44DB-DDD4-EFD3-F481-6DBECA073515}"/>
              </a:ext>
            </a:extLst>
          </p:cNvPr>
          <p:cNvSpPr/>
          <p:nvPr userDrawn="1"/>
        </p:nvSpPr>
        <p:spPr>
          <a:xfrm>
            <a:off x="-1" y="0"/>
            <a:ext cx="12192001" cy="874983"/>
          </a:xfrm>
          <a:prstGeom prst="rect">
            <a:avLst/>
          </a:prstGeom>
          <a:solidFill>
            <a:srgbClr val="2933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7A040EB4-6F6F-3B58-E7A6-58E01632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67" y="149404"/>
            <a:ext cx="11174695" cy="58737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4515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DFF1A3F-C05B-8259-D515-DC0ED348175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933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A040EB4-6F6F-3B58-E7A6-58E01632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65126"/>
            <a:ext cx="5588000" cy="78634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E5F5A202-9624-825F-11F1-2B5202F4C3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1372203"/>
            <a:ext cx="5587999" cy="177535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 smtClean="0"/>
              <a:t>텍스트</a:t>
            </a:r>
            <a:r>
              <a:rPr lang="en-US" altLang="ko-KR" dirty="0" smtClean="0"/>
              <a:t>1</a:t>
            </a:r>
          </a:p>
          <a:p>
            <a:pPr lvl="0"/>
            <a:r>
              <a:rPr lang="ko-KR" altLang="en-US" dirty="0" smtClean="0"/>
              <a:t>텍스트</a:t>
            </a:r>
            <a:r>
              <a:rPr lang="en-US" altLang="ko-KR" dirty="0" smtClean="0"/>
              <a:t>2</a:t>
            </a:r>
          </a:p>
          <a:p>
            <a:pPr lvl="0"/>
            <a:r>
              <a:rPr lang="ko-KR" altLang="en-US" dirty="0" smtClean="0"/>
              <a:t>텍스트</a:t>
            </a:r>
            <a:r>
              <a:rPr lang="en-US" altLang="ko-KR" dirty="0" smtClean="0"/>
              <a:t>3</a:t>
            </a:r>
          </a:p>
          <a:p>
            <a:pPr lvl="0"/>
            <a:r>
              <a:rPr lang="ko-KR" altLang="en-US" dirty="0" smtClean="0"/>
              <a:t>텍스트</a:t>
            </a:r>
            <a:r>
              <a:rPr lang="en-US" altLang="ko-KR" dirty="0" smtClean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9202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DFF1A3F-C05B-8259-D515-DC0ED348175A}"/>
              </a:ext>
            </a:extLst>
          </p:cNvPr>
          <p:cNvSpPr/>
          <p:nvPr userDrawn="1"/>
        </p:nvSpPr>
        <p:spPr>
          <a:xfrm>
            <a:off x="6095999" y="0"/>
            <a:ext cx="6096000" cy="6858000"/>
          </a:xfrm>
          <a:prstGeom prst="rect">
            <a:avLst/>
          </a:prstGeom>
          <a:solidFill>
            <a:srgbClr val="2933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A040EB4-6F6F-3B58-E7A6-58E01632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734" y="1728260"/>
            <a:ext cx="5588000" cy="78634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E5F5A202-9624-825F-11F1-2B5202F4C3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90734" y="2735337"/>
            <a:ext cx="5587999" cy="177535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 smtClean="0"/>
              <a:t>텍스트</a:t>
            </a:r>
            <a:r>
              <a:rPr lang="en-US" altLang="ko-KR" dirty="0" smtClean="0"/>
              <a:t>1</a:t>
            </a:r>
          </a:p>
          <a:p>
            <a:pPr lvl="0"/>
            <a:r>
              <a:rPr lang="ko-KR" altLang="en-US" dirty="0" smtClean="0"/>
              <a:t>텍스트</a:t>
            </a:r>
            <a:r>
              <a:rPr lang="en-US" altLang="ko-KR" dirty="0" smtClean="0"/>
              <a:t>2</a:t>
            </a:r>
          </a:p>
          <a:p>
            <a:pPr lvl="0"/>
            <a:r>
              <a:rPr lang="ko-KR" altLang="en-US" dirty="0" smtClean="0"/>
              <a:t>텍스트</a:t>
            </a:r>
            <a:r>
              <a:rPr lang="en-US" altLang="ko-KR" dirty="0" smtClean="0"/>
              <a:t>3</a:t>
            </a:r>
          </a:p>
          <a:p>
            <a:pPr lvl="0"/>
            <a:r>
              <a:rPr lang="ko-KR" altLang="en-US" dirty="0" smtClean="0"/>
              <a:t>텍스트</a:t>
            </a:r>
            <a:r>
              <a:rPr lang="en-US" altLang="ko-KR" dirty="0" smtClean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409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F27AD17-1022-3E30-68D3-4162D23026F0}"/>
              </a:ext>
            </a:extLst>
          </p:cNvPr>
          <p:cNvSpPr/>
          <p:nvPr userDrawn="1"/>
        </p:nvSpPr>
        <p:spPr>
          <a:xfrm>
            <a:off x="0" y="1981561"/>
            <a:ext cx="12192000" cy="2894878"/>
          </a:xfrm>
          <a:prstGeom prst="rect">
            <a:avLst/>
          </a:prstGeom>
          <a:solidFill>
            <a:srgbClr val="2933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A040EB4-6F6F-3B58-E7A6-58E01632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2960025"/>
            <a:ext cx="10515601" cy="9379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325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F27AD17-1022-3E30-68D3-4162D23026F0}"/>
              </a:ext>
            </a:extLst>
          </p:cNvPr>
          <p:cNvSpPr/>
          <p:nvPr userDrawn="1"/>
        </p:nvSpPr>
        <p:spPr>
          <a:xfrm>
            <a:off x="0" y="0"/>
            <a:ext cx="12192000" cy="2894878"/>
          </a:xfrm>
          <a:prstGeom prst="rect">
            <a:avLst/>
          </a:prstGeom>
          <a:solidFill>
            <a:srgbClr val="2933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89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F27AD17-1022-3E30-68D3-4162D23026F0}"/>
              </a:ext>
            </a:extLst>
          </p:cNvPr>
          <p:cNvSpPr/>
          <p:nvPr userDrawn="1"/>
        </p:nvSpPr>
        <p:spPr>
          <a:xfrm>
            <a:off x="0" y="-1"/>
            <a:ext cx="12192000" cy="5185833"/>
          </a:xfrm>
          <a:prstGeom prst="rect">
            <a:avLst/>
          </a:prstGeom>
          <a:solidFill>
            <a:srgbClr val="2933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E04749F-C97D-FE0C-3271-D9B01D724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824" y="5718553"/>
            <a:ext cx="645714" cy="64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0EE59D81-FACF-C036-DB23-26D9BC307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380" y="5718553"/>
            <a:ext cx="645714" cy="64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31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40EB4-6F6F-3B58-E7A6-58E01632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FDCA1C-843F-42AC-EF66-A6FF695B8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752E-AB01-4D81-B5FE-14D116815635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EFC9B6-A25C-A74B-6D47-E2F08B76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169253-8A56-B2A6-6B89-E1C455DB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66E9-F7FE-450F-87B3-48A945453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007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463BF0-DBDE-BD90-F32F-54050D31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752E-AB01-4D81-B5FE-14D116815635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163EE3-587E-5861-ABA7-6AF31020B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2D789D-EC68-4E9E-F38A-23078FB1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66E9-F7FE-450F-87B3-48A945453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969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CFA12-BAD8-7173-91A5-4DAD40D0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F5A202-9624-825F-11F1-2B5202F4C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0F31AA-D693-BD8F-C0D2-C44401005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6A987D-BBEE-604C-184E-3FC2AA94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752E-AB01-4D81-B5FE-14D116815635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3D173-BAD5-4BBC-5C6A-E79C90BF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48E5C-F273-1930-6F24-FBD6C407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66E9-F7FE-450F-87B3-48A945453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534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0D1AF-69C6-AD0D-FC51-712DA6104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4496DA-767D-7218-3387-DCDAA3ADE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776B05-6A0D-0AE6-1A39-FCFE5AEB8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6DCCAA-CE49-7DE9-2BF7-E1BB3727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752E-AB01-4D81-B5FE-14D116815635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F1B4D9-E38D-7B6C-16C3-845815755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4A95FB-23A1-9421-2B3E-E20F8625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66E9-F7FE-450F-87B3-48A945453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620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9DDFD-964E-C024-33BD-A64F0349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3058D8-90B7-D017-C434-510EB9328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91419D-C35A-9004-7122-2EA71970A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752E-AB01-4D81-B5FE-14D116815635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390B0A-A181-82F2-317A-3C6AE045E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F980F8-9E54-4C04-EF1E-675E3B97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66E9-F7FE-450F-87B3-48A945453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495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DB87DE-9349-887E-8E93-19F8546F8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A08049-E160-F822-9240-815E654D6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E70E5B-73F0-2DF5-CC2A-B2AEFBC35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752E-AB01-4D81-B5FE-14D116815635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C78286-A008-B9E4-8A1E-DECDB45C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FB0B80-4500-6176-D284-44CFD21F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66E9-F7FE-450F-87B3-48A945453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21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BE79E2-DFD3-1979-3240-3CD1B69C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226F16-83CF-1AE8-5C6F-65BA16649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D73229-E9B8-303D-ED7E-1B1987C9D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A752E-AB01-4D81-B5FE-14D116815635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BCE753-BC0B-5601-5D14-2476AE634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41327-8116-AFF9-BCB3-DBEF410D0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166E9-F7FE-450F-87B3-48A945453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80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4" r:id="rId5"/>
    <p:sldLayoutId id="2147483653" r:id="rId6"/>
    <p:sldLayoutId id="2147483660" r:id="rId7"/>
    <p:sldLayoutId id="2147483661" r:id="rId8"/>
    <p:sldLayoutId id="2147483662" r:id="rId9"/>
    <p:sldLayoutId id="214748366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8230EAA-93EE-25B7-0FF3-9A2D00D8FA8E}"/>
              </a:ext>
            </a:extLst>
          </p:cNvPr>
          <p:cNvSpPr txBox="1"/>
          <p:nvPr/>
        </p:nvSpPr>
        <p:spPr>
          <a:xfrm>
            <a:off x="879730" y="3128965"/>
            <a:ext cx="81308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초소형 협동로봇 </a:t>
            </a:r>
            <a:r>
              <a:rPr lang="en-US" altLang="ko-KR" sz="24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‘MC-270 M5”</a:t>
            </a:r>
            <a:endParaRPr lang="en-US" altLang="ko-KR" sz="2000">
              <a:solidFill>
                <a:schemeClr val="tx1">
                  <a:lumMod val="85000"/>
                  <a:lumOff val="15000"/>
                </a:schemeClr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r>
              <a:rPr lang="ko-KR" altLang="en-US" sz="4400" smtClean="0">
                <a:solidFill>
                  <a:srgbClr val="2933B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개발환경 설치</a:t>
            </a:r>
            <a:endParaRPr lang="en-US" altLang="ko-KR" sz="4400" smtClean="0">
              <a:solidFill>
                <a:srgbClr val="2933B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pic>
        <p:nvPicPr>
          <p:cNvPr id="6" name="Picture 4" descr="Visual Studio Code 설치하기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0" y="3335120"/>
            <a:ext cx="2178239" cy="91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6" descr="Pycharm 설치 및 interpreter 등록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905" y="4553941"/>
            <a:ext cx="1534955" cy="62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 descr="Python] - 파이썬 설치 (Python 3 Installation)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494" y="2023985"/>
            <a:ext cx="2263775" cy="127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6 myBlockly · GitBoo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568" y="3053441"/>
            <a:ext cx="1748375" cy="1478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64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0" y="2988847"/>
            <a:ext cx="6096000" cy="786342"/>
          </a:xfrm>
        </p:spPr>
        <p:txBody>
          <a:bodyPr>
            <a:normAutofit/>
          </a:bodyPr>
          <a:lstStyle/>
          <a:p>
            <a:pPr algn="ctr"/>
            <a:r>
              <a:rPr lang="ko-KR" altLang="en-US" smtClean="0">
                <a:solidFill>
                  <a:schemeClr val="bg1"/>
                </a:solidFill>
              </a:rPr>
              <a:t>개발 환경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F195F-D213-D2A5-C677-230A27E9B838}"/>
              </a:ext>
            </a:extLst>
          </p:cNvPr>
          <p:cNvSpPr txBox="1"/>
          <p:nvPr/>
        </p:nvSpPr>
        <p:spPr>
          <a:xfrm>
            <a:off x="212348" y="187454"/>
            <a:ext cx="827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smtClean="0">
                <a:solidFill>
                  <a:srgbClr val="2933B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01</a:t>
            </a:r>
            <a:endParaRPr lang="ko-KR" altLang="en-US" sz="2800" dirty="0">
              <a:solidFill>
                <a:srgbClr val="2933B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pic>
        <p:nvPicPr>
          <p:cNvPr id="1028" name="Picture 4" descr="Visual Studio Code 설치하기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566180"/>
            <a:ext cx="2178239" cy="91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6" descr="Pycharm 설치 및 interpreter 등록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239" y="4853105"/>
            <a:ext cx="1534955" cy="62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/>
          <p:cNvSpPr/>
          <p:nvPr/>
        </p:nvSpPr>
        <p:spPr>
          <a:xfrm>
            <a:off x="6273642" y="344574"/>
            <a:ext cx="495315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mtClean="0"/>
              <a:t>개발언어 </a:t>
            </a:r>
            <a:r>
              <a:rPr lang="en-US" altLang="ko-KR" smtClean="0"/>
              <a:t>: Python (3.5</a:t>
            </a:r>
            <a:r>
              <a:rPr lang="ko-KR" altLang="en-US" smtClean="0"/>
              <a:t>이상</a:t>
            </a:r>
            <a:r>
              <a:rPr lang="en-US" altLang="ko-KR" smtClean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mtClean="0"/>
              <a:t>코드에디터</a:t>
            </a:r>
            <a:r>
              <a:rPr lang="en-US" altLang="ko-KR" smtClean="0"/>
              <a:t>(</a:t>
            </a:r>
            <a:r>
              <a:rPr lang="ko-KR" altLang="en-US" smtClean="0"/>
              <a:t>선택</a:t>
            </a:r>
            <a:r>
              <a:rPr lang="en-US" altLang="ko-KR" smtClean="0"/>
              <a:t>)</a:t>
            </a:r>
            <a:endParaRPr lang="en-US" altLang="ko-KR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mtClean="0"/>
              <a:t>  </a:t>
            </a:r>
            <a:r>
              <a:rPr lang="ko-KR" altLang="en-US" smtClean="0"/>
              <a:t>선택</a:t>
            </a:r>
            <a:r>
              <a:rPr lang="en-US" altLang="ko-KR" smtClean="0"/>
              <a:t>1. Visual Studio Code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/>
              <a:t> </a:t>
            </a:r>
            <a:r>
              <a:rPr lang="en-US" altLang="ko-KR" smtClean="0"/>
              <a:t> </a:t>
            </a:r>
            <a:r>
              <a:rPr lang="ko-KR" altLang="en-US" smtClean="0"/>
              <a:t>선택</a:t>
            </a:r>
            <a:r>
              <a:rPr lang="en-US" altLang="ko-KR" smtClean="0"/>
              <a:t>2. PyCharm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/>
              <a:t> </a:t>
            </a:r>
            <a:r>
              <a:rPr lang="en-US" altLang="ko-KR" smtClean="0"/>
              <a:t> </a:t>
            </a:r>
            <a:r>
              <a:rPr lang="ko-KR" altLang="en-US" smtClean="0"/>
              <a:t>선택</a:t>
            </a:r>
            <a:r>
              <a:rPr lang="en-US" altLang="ko-KR" smtClean="0"/>
              <a:t>3. myBlockly(</a:t>
            </a:r>
            <a:r>
              <a:rPr lang="ko-KR" altLang="en-US" smtClean="0"/>
              <a:t>블럭코딩</a:t>
            </a:r>
            <a:r>
              <a:rPr lang="en-US" altLang="ko-KR" smtClean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mtClean="0"/>
              <a:t>로봇 </a:t>
            </a:r>
            <a:r>
              <a:rPr lang="en-US" altLang="ko-KR" smtClean="0"/>
              <a:t>API : </a:t>
            </a:r>
            <a:r>
              <a:rPr lang="en-US" altLang="ko-KR"/>
              <a:t>Pymycobot </a:t>
            </a:r>
            <a:endParaRPr lang="ko-KR" altLang="en-US"/>
          </a:p>
        </p:txBody>
      </p:sp>
      <p:pic>
        <p:nvPicPr>
          <p:cNvPr id="19" name="Picture 20" descr="Python] - 파이썬 설치 (Python 3 Installation)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817" y="2988847"/>
            <a:ext cx="2263775" cy="127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6 myBlockly · GitBoo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390" y="4209776"/>
            <a:ext cx="1748375" cy="1478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0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Install Python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F195F-D213-D2A5-C677-230A27E9B838}"/>
              </a:ext>
            </a:extLst>
          </p:cNvPr>
          <p:cNvSpPr txBox="1"/>
          <p:nvPr/>
        </p:nvSpPr>
        <p:spPr>
          <a:xfrm>
            <a:off x="212348" y="187454"/>
            <a:ext cx="827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smtClean="0">
                <a:solidFill>
                  <a:srgbClr val="2933B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01</a:t>
            </a:r>
            <a:endParaRPr lang="ko-KR" altLang="en-US" sz="2800" dirty="0">
              <a:solidFill>
                <a:srgbClr val="2933B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38480" y="1190675"/>
            <a:ext cx="10561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mtClean="0"/>
              <a:t>File : </a:t>
            </a:r>
            <a:r>
              <a:rPr lang="en-US" altLang="ko-KR"/>
              <a:t>P</a:t>
            </a:r>
            <a:r>
              <a:rPr lang="en-US" altLang="ko-KR" smtClean="0"/>
              <a:t>ython 3.10.7   (3.5</a:t>
            </a:r>
            <a:r>
              <a:rPr lang="ko-KR" altLang="en-US"/>
              <a:t> </a:t>
            </a:r>
            <a:r>
              <a:rPr lang="ko-KR" altLang="en-US" smtClean="0"/>
              <a:t>이상버전 필수</a:t>
            </a:r>
            <a:r>
              <a:rPr lang="en-US" altLang="ko-KR" smtClean="0"/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mtClean="0"/>
              <a:t>Site : </a:t>
            </a:r>
            <a:r>
              <a:rPr lang="en-US" altLang="ko-KR"/>
              <a:t>http://www.python.org/download/ 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22" y="3119120"/>
            <a:ext cx="4193857" cy="2581804"/>
          </a:xfrm>
          <a:prstGeom prst="rect">
            <a:avLst/>
          </a:prstGeom>
        </p:spPr>
      </p:pic>
      <p:pic>
        <p:nvPicPr>
          <p:cNvPr id="15" name="Picture 2" descr="Click PNGs for Free Download"/>
          <p:cNvPicPr>
            <a:picLocks noChangeAspect="1" noChangeArrowheads="1"/>
          </p:cNvPicPr>
          <p:nvPr/>
        </p:nvPicPr>
        <p:blipFill>
          <a:blip r:embed="rId3" cstate="hq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718" y="5468023"/>
            <a:ext cx="465801" cy="46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2016760" y="5933824"/>
            <a:ext cx="40792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mtClean="0"/>
              <a:t>ADD Python 3.10 to PATH </a:t>
            </a:r>
            <a:r>
              <a:rPr lang="ko-KR" altLang="en-US" smtClean="0"/>
              <a:t>체크</a:t>
            </a:r>
            <a:endParaRPr lang="ko-KR" altLang="en-US"/>
          </a:p>
        </p:txBody>
      </p:sp>
      <p:pic>
        <p:nvPicPr>
          <p:cNvPr id="17" name="Picture 2" descr="Click PNGs for Free Download"/>
          <p:cNvPicPr>
            <a:picLocks noChangeAspect="1" noChangeArrowheads="1"/>
          </p:cNvPicPr>
          <p:nvPr/>
        </p:nvPicPr>
        <p:blipFill>
          <a:blip r:embed="rId3" cstate="hq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838" y="4116743"/>
            <a:ext cx="465801" cy="46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764" y="3119120"/>
            <a:ext cx="2883931" cy="177539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862" y="3119120"/>
            <a:ext cx="2883931" cy="177539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05" y="2451832"/>
            <a:ext cx="1953895" cy="50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8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선택</a:t>
            </a:r>
            <a:r>
              <a:rPr lang="en-US" altLang="ko-KR"/>
              <a:t>1] Install Visual Studio Code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F195F-D213-D2A5-C677-230A27E9B838}"/>
              </a:ext>
            </a:extLst>
          </p:cNvPr>
          <p:cNvSpPr txBox="1"/>
          <p:nvPr/>
        </p:nvSpPr>
        <p:spPr>
          <a:xfrm>
            <a:off x="212348" y="187454"/>
            <a:ext cx="827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smtClean="0">
                <a:solidFill>
                  <a:srgbClr val="2933B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02</a:t>
            </a:r>
            <a:endParaRPr lang="ko-KR" altLang="en-US" sz="2800" dirty="0">
              <a:solidFill>
                <a:srgbClr val="2933B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6707" y="1190675"/>
            <a:ext cx="10561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mtClean="0">
                <a:latin typeface="+mj-ea"/>
                <a:ea typeface="+mj-ea"/>
              </a:rPr>
              <a:t>File : VSCodeUserSetup-x64-1.84.x.exe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mtClean="0">
                <a:latin typeface="+mj-ea"/>
                <a:ea typeface="+mj-ea"/>
              </a:rPr>
              <a:t>Site 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ko-KR">
                <a:latin typeface="+mj-ea"/>
                <a:ea typeface="+mj-ea"/>
                <a:hlinkClick r:id="rId2"/>
              </a:rPr>
              <a:t>https://code.visualstudio.com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12342" y="1900350"/>
            <a:ext cx="90072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smtClean="0">
                <a:solidFill>
                  <a:srgbClr val="4D5156"/>
                </a:solidFill>
                <a:latin typeface="+mn-ea"/>
              </a:rPr>
              <a:t>마이크로소프트에서 제공하는 소스코드 에디터</a:t>
            </a:r>
            <a:r>
              <a:rPr lang="en-US" altLang="ko-KR" sz="1200" smtClean="0">
                <a:solidFill>
                  <a:srgbClr val="4D5156"/>
                </a:solidFill>
                <a:latin typeface="+mn-ea"/>
              </a:rPr>
              <a:t>. </a:t>
            </a:r>
            <a:r>
              <a:rPr lang="ko-KR" altLang="en-US" sz="1200" smtClean="0">
                <a:solidFill>
                  <a:srgbClr val="4D5156"/>
                </a:solidFill>
                <a:latin typeface="+mn-ea"/>
              </a:rPr>
              <a:t>웹 기반 기술에 특화 </a:t>
            </a:r>
            <a:endParaRPr lang="ko-KR" altLang="en-US" sz="1200"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366" y="2554744"/>
            <a:ext cx="704524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4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선택</a:t>
            </a:r>
            <a:r>
              <a:rPr lang="en-US" altLang="ko-KR" smtClean="0"/>
              <a:t>1] Install Visual Studio Code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F195F-D213-D2A5-C677-230A27E9B838}"/>
              </a:ext>
            </a:extLst>
          </p:cNvPr>
          <p:cNvSpPr txBox="1"/>
          <p:nvPr/>
        </p:nvSpPr>
        <p:spPr>
          <a:xfrm>
            <a:off x="212348" y="187454"/>
            <a:ext cx="827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smtClean="0">
                <a:solidFill>
                  <a:srgbClr val="2933B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02</a:t>
            </a:r>
            <a:endParaRPr lang="ko-KR" altLang="en-US" sz="2800" dirty="0">
              <a:solidFill>
                <a:srgbClr val="2933B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3" y="2420504"/>
            <a:ext cx="3318686" cy="250285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104" y="2420505"/>
            <a:ext cx="3318687" cy="250285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933" y="2420504"/>
            <a:ext cx="3318687" cy="250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26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07" y="3058065"/>
            <a:ext cx="3708409" cy="2802349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선택</a:t>
            </a:r>
            <a:r>
              <a:rPr lang="en-US" altLang="ko-KR" smtClean="0"/>
              <a:t>2]Install PyCharm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F195F-D213-D2A5-C677-230A27E9B838}"/>
              </a:ext>
            </a:extLst>
          </p:cNvPr>
          <p:cNvSpPr txBox="1"/>
          <p:nvPr/>
        </p:nvSpPr>
        <p:spPr>
          <a:xfrm>
            <a:off x="212348" y="187454"/>
            <a:ext cx="827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smtClean="0">
                <a:solidFill>
                  <a:srgbClr val="2933B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03</a:t>
            </a:r>
            <a:endParaRPr lang="ko-KR" altLang="en-US" sz="2800" dirty="0">
              <a:solidFill>
                <a:srgbClr val="2933B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50254" y="1194600"/>
            <a:ext cx="10561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mtClean="0"/>
              <a:t>File : PyCharm (Community Edition)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/>
              <a:t>Site : https://www.jetbrains.com/ko-kr/pycharm/download/other.html</a:t>
            </a:r>
            <a:endParaRPr lang="ko-KR" altLang="en-US"/>
          </a:p>
        </p:txBody>
      </p:sp>
      <p:pic>
        <p:nvPicPr>
          <p:cNvPr id="17" name="Picture 2" descr="Click PNGs for Free Download"/>
          <p:cNvPicPr>
            <a:picLocks noChangeAspect="1" noChangeArrowheads="1"/>
          </p:cNvPicPr>
          <p:nvPr/>
        </p:nvPicPr>
        <p:blipFill>
          <a:blip r:embed="rId3" cstate="hq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278" y="5627513"/>
            <a:ext cx="465801" cy="46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62" y="2517693"/>
            <a:ext cx="1801495" cy="464189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812342" y="1900350"/>
            <a:ext cx="90072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mtClean="0">
                <a:solidFill>
                  <a:srgbClr val="4D5156"/>
                </a:solidFill>
                <a:latin typeface="+mn-ea"/>
              </a:rPr>
              <a:t>PyCharm</a:t>
            </a:r>
            <a:r>
              <a:rPr lang="ko-KR" altLang="en-US" sz="1200" smtClean="0">
                <a:solidFill>
                  <a:srgbClr val="4D5156"/>
                </a:solidFill>
                <a:latin typeface="+mn-ea"/>
              </a:rPr>
              <a:t>은 파이썬 </a:t>
            </a:r>
            <a:r>
              <a:rPr lang="ko-KR" altLang="en-US" sz="1200">
                <a:solidFill>
                  <a:srgbClr val="4D5156"/>
                </a:solidFill>
                <a:latin typeface="+mn-ea"/>
              </a:rPr>
              <a:t>프로그래밍 언어에 특화된 컴퓨터 프로그래밍에 사용되는 통합 개발 </a:t>
            </a:r>
            <a:r>
              <a:rPr lang="ko-KR" altLang="en-US" sz="1200" smtClean="0">
                <a:solidFill>
                  <a:srgbClr val="4D5156"/>
                </a:solidFill>
                <a:latin typeface="+mn-ea"/>
              </a:rPr>
              <a:t>환경</a:t>
            </a:r>
            <a:endParaRPr lang="en-US" altLang="ko-KR" sz="1200" smtClean="0">
              <a:solidFill>
                <a:srgbClr val="4D5156"/>
              </a:solidFill>
              <a:latin typeface="+mn-ea"/>
            </a:endParaRPr>
          </a:p>
          <a:p>
            <a:r>
              <a:rPr lang="en-US" altLang="ko-KR" sz="1200" smtClean="0">
                <a:latin typeface="+mn-ea"/>
              </a:rPr>
              <a:t>Visual Studio Code</a:t>
            </a:r>
            <a:r>
              <a:rPr lang="ko-KR" altLang="en-US" sz="1200" smtClean="0">
                <a:latin typeface="+mn-ea"/>
              </a:rPr>
              <a:t>에 비해 단순한 </a:t>
            </a:r>
            <a:r>
              <a:rPr lang="en-US" altLang="ko-KR" sz="1200" smtClean="0">
                <a:latin typeface="+mn-ea"/>
              </a:rPr>
              <a:t>GUI</a:t>
            </a:r>
            <a:r>
              <a:rPr lang="ko-KR" altLang="en-US" sz="1200" smtClean="0">
                <a:latin typeface="+mn-ea"/>
              </a:rPr>
              <a:t>환경 제공</a:t>
            </a:r>
            <a:endParaRPr lang="ko-KR" altLang="en-US" sz="1200">
              <a:latin typeface="+mn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967" y="3058049"/>
            <a:ext cx="3673793" cy="2776191"/>
          </a:xfrm>
          <a:prstGeom prst="rect">
            <a:avLst/>
          </a:prstGeom>
        </p:spPr>
      </p:pic>
      <p:pic>
        <p:nvPicPr>
          <p:cNvPr id="18" name="Picture 2" descr="Click PNGs for Free Download"/>
          <p:cNvPicPr>
            <a:picLocks noChangeAspect="1" noChangeArrowheads="1"/>
          </p:cNvPicPr>
          <p:nvPr/>
        </p:nvPicPr>
        <p:blipFill>
          <a:blip r:embed="rId3" cstate="hq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918" y="5627513"/>
            <a:ext cx="465801" cy="46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/>
          <p:cNvSpPr/>
          <p:nvPr/>
        </p:nvSpPr>
        <p:spPr>
          <a:xfrm>
            <a:off x="5200967" y="5860413"/>
            <a:ext cx="15351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mtClean="0">
                <a:solidFill>
                  <a:srgbClr val="4D5156"/>
                </a:solidFill>
                <a:latin typeface="+mn-ea"/>
              </a:rPr>
              <a:t>※ </a:t>
            </a:r>
            <a:r>
              <a:rPr lang="ko-KR" altLang="en-US" sz="1200" smtClean="0">
                <a:solidFill>
                  <a:srgbClr val="4D5156"/>
                </a:solidFill>
                <a:latin typeface="+mn-ea"/>
              </a:rPr>
              <a:t>모든 옵션 체크</a:t>
            </a:r>
            <a:endParaRPr lang="ko-KR" altLang="en-US" sz="1200">
              <a:latin typeface="+mn-ea"/>
            </a:endParaRPr>
          </a:p>
        </p:txBody>
      </p:sp>
      <p:pic>
        <p:nvPicPr>
          <p:cNvPr id="2050" name="Picture 2" descr="7.1.1-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415" y="3786889"/>
            <a:ext cx="2708021" cy="204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503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선택</a:t>
            </a:r>
            <a:r>
              <a:rPr lang="en-US" altLang="ko-KR" smtClean="0"/>
              <a:t>3]myB1lockly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F195F-D213-D2A5-C677-230A27E9B838}"/>
              </a:ext>
            </a:extLst>
          </p:cNvPr>
          <p:cNvSpPr txBox="1"/>
          <p:nvPr/>
        </p:nvSpPr>
        <p:spPr>
          <a:xfrm>
            <a:off x="212348" y="187454"/>
            <a:ext cx="827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smtClean="0">
                <a:solidFill>
                  <a:srgbClr val="2933B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04</a:t>
            </a:r>
            <a:endParaRPr lang="ko-KR" altLang="en-US" sz="2800" dirty="0">
              <a:solidFill>
                <a:srgbClr val="2933B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58062" y="1840931"/>
            <a:ext cx="68002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smtClean="0">
                <a:latin typeface="+mn-ea"/>
              </a:rPr>
              <a:t>Python</a:t>
            </a:r>
            <a:r>
              <a:rPr lang="ko-KR" altLang="en-US" sz="1400" smtClean="0">
                <a:latin typeface="+mn-ea"/>
              </a:rPr>
              <a:t>환경의 로봇제어 라이브러리를 기반으로 제공하는 블록코딩 프로그래밍 소프트웨어</a:t>
            </a:r>
            <a:endParaRPr lang="ko-KR" altLang="en-US" sz="1400">
              <a:latin typeface="+mn-ea"/>
            </a:endParaRPr>
          </a:p>
        </p:txBody>
      </p:sp>
      <p:pic>
        <p:nvPicPr>
          <p:cNvPr id="2052" name="Picture 4" descr="https://docs.elephantrobotics.com/docs/gitbook-en/resourse/5-ProgramingApplication-myblockly-uiflow-mind/image/myblockly/multi-joint%20dem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161" y="2447301"/>
            <a:ext cx="4472422" cy="3594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550254" y="1194600"/>
            <a:ext cx="10561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/>
              <a:t>File : myblockly v1.3.x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/>
              <a:t>Git : </a:t>
            </a:r>
            <a:r>
              <a:rPr lang="ko-KR" altLang="en-US"/>
              <a:t>https://github.com/elephantrobotics/myblockly-package/releases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68" y="2883725"/>
            <a:ext cx="4924246" cy="27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144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선택</a:t>
            </a:r>
            <a:r>
              <a:rPr lang="en-US" altLang="ko-KR" smtClean="0"/>
              <a:t>3]myB1lockly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F195F-D213-D2A5-C677-230A27E9B838}"/>
              </a:ext>
            </a:extLst>
          </p:cNvPr>
          <p:cNvSpPr txBox="1"/>
          <p:nvPr/>
        </p:nvSpPr>
        <p:spPr>
          <a:xfrm>
            <a:off x="212348" y="187454"/>
            <a:ext cx="827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smtClean="0">
                <a:solidFill>
                  <a:srgbClr val="2933B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04</a:t>
            </a:r>
            <a:endParaRPr lang="ko-KR" altLang="en-US" sz="2800" dirty="0">
              <a:solidFill>
                <a:srgbClr val="2933B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2153073"/>
            <a:ext cx="1645835" cy="4768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91" y="3499274"/>
            <a:ext cx="2512248" cy="155575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858062" y="3116956"/>
            <a:ext cx="2844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smtClean="0"/>
              <a:t>관리자 권한으로 실행</a:t>
            </a:r>
            <a:endParaRPr lang="ko-KR" altLang="en-US" sz="12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614" y="3499274"/>
            <a:ext cx="2512248" cy="15557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224" y="2502981"/>
            <a:ext cx="4106545" cy="255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35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Pymycobot API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F195F-D213-D2A5-C677-230A27E9B838}"/>
              </a:ext>
            </a:extLst>
          </p:cNvPr>
          <p:cNvSpPr txBox="1"/>
          <p:nvPr/>
        </p:nvSpPr>
        <p:spPr>
          <a:xfrm>
            <a:off x="212348" y="187454"/>
            <a:ext cx="827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smtClean="0">
                <a:solidFill>
                  <a:srgbClr val="2933B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05</a:t>
            </a:r>
            <a:endParaRPr lang="ko-KR" altLang="en-US" sz="2800" dirty="0">
              <a:solidFill>
                <a:srgbClr val="2933B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38480" y="1190675"/>
            <a:ext cx="10561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/>
              <a:t>Pymycobot API </a:t>
            </a:r>
            <a:r>
              <a:rPr lang="en-US" altLang="ko-KR" smtClean="0"/>
              <a:t>Install</a:t>
            </a:r>
          </a:p>
          <a:p>
            <a:r>
              <a:rPr lang="en-US" altLang="ko-KR"/>
              <a:t> </a:t>
            </a:r>
            <a:r>
              <a:rPr lang="en-US" altLang="ko-KR" smtClean="0"/>
              <a:t>    </a:t>
            </a:r>
            <a:r>
              <a:rPr lang="en-US" altLang="ko-KR" sz="1400" smtClean="0"/>
              <a:t>ArmRobot </a:t>
            </a:r>
            <a:r>
              <a:rPr lang="ko-KR" altLang="en-US" sz="1400" smtClean="0"/>
              <a:t>제어 및 시리얼 통신을 위한 </a:t>
            </a:r>
            <a:r>
              <a:rPr lang="en-US" altLang="ko-KR" sz="1400" smtClean="0"/>
              <a:t>Python API</a:t>
            </a: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86752" y="1999547"/>
            <a:ext cx="40843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mtClean="0"/>
              <a:t>1. </a:t>
            </a:r>
            <a:r>
              <a:rPr lang="ko-KR" altLang="en-US" sz="1200" smtClean="0"/>
              <a:t>명령프롬프트</a:t>
            </a:r>
            <a:r>
              <a:rPr lang="en-US" altLang="ko-KR" sz="1200" smtClean="0"/>
              <a:t>(CMD) </a:t>
            </a:r>
            <a:r>
              <a:rPr lang="ko-KR" altLang="en-US" sz="1200" smtClean="0"/>
              <a:t>실행  </a:t>
            </a:r>
            <a:r>
              <a:rPr lang="en-US" altLang="ko-KR" sz="1200" smtClean="0"/>
              <a:t>*</a:t>
            </a:r>
            <a:r>
              <a:rPr lang="ko-KR" altLang="en-US" sz="1200" smtClean="0"/>
              <a:t>관리자권한</a:t>
            </a:r>
            <a:endParaRPr lang="ko-KR" altLang="en-US" sz="120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94" y="2756547"/>
            <a:ext cx="4607227" cy="2611316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980593" y="2317007"/>
            <a:ext cx="4607228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mtClean="0">
                <a:solidFill>
                  <a:schemeClr val="bg1"/>
                </a:solidFill>
              </a:rPr>
              <a:t>pip install pymycobot --upgrade --user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992627" y="1958544"/>
            <a:ext cx="40843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/>
              <a:t>2</a:t>
            </a:r>
            <a:r>
              <a:rPr lang="en-US" altLang="ko-KR" sz="1200" smtClean="0"/>
              <a:t>. </a:t>
            </a:r>
            <a:r>
              <a:rPr lang="ko-KR" altLang="en-US" sz="1200" smtClean="0"/>
              <a:t>설치확인</a:t>
            </a:r>
            <a:endParaRPr lang="ko-KR" altLang="en-US" sz="1200"/>
          </a:p>
        </p:txBody>
      </p:sp>
      <p:sp>
        <p:nvSpPr>
          <p:cNvPr id="11" name="직사각형 10"/>
          <p:cNvSpPr/>
          <p:nvPr/>
        </p:nvSpPr>
        <p:spPr>
          <a:xfrm>
            <a:off x="6227600" y="2313064"/>
            <a:ext cx="4726911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mtClean="0">
                <a:solidFill>
                  <a:schemeClr val="bg1"/>
                </a:solidFill>
              </a:rPr>
              <a:t>pip show pymycobot</a:t>
            </a:r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601" y="2756547"/>
            <a:ext cx="4726911" cy="261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398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USB Driver </a:t>
            </a:r>
            <a:r>
              <a:rPr lang="ko-KR" altLang="en-US" smtClean="0"/>
              <a:t>설치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F195F-D213-D2A5-C677-230A27E9B838}"/>
              </a:ext>
            </a:extLst>
          </p:cNvPr>
          <p:cNvSpPr txBox="1"/>
          <p:nvPr/>
        </p:nvSpPr>
        <p:spPr>
          <a:xfrm>
            <a:off x="212348" y="187454"/>
            <a:ext cx="827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smtClean="0">
                <a:solidFill>
                  <a:srgbClr val="2933B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06</a:t>
            </a:r>
            <a:endParaRPr lang="ko-KR" altLang="en-US" sz="2800" dirty="0">
              <a:solidFill>
                <a:srgbClr val="2933B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38480" y="1190675"/>
            <a:ext cx="10561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mtClean="0"/>
              <a:t>USB Driver </a:t>
            </a:r>
            <a:r>
              <a:rPr lang="ko-KR" altLang="en-US" smtClean="0"/>
              <a:t>설치</a:t>
            </a:r>
            <a:endParaRPr lang="en-US" altLang="ko-KR" smtClean="0"/>
          </a:p>
          <a:p>
            <a:r>
              <a:rPr lang="en-US" altLang="ko-KR"/>
              <a:t> </a:t>
            </a:r>
            <a:r>
              <a:rPr lang="en-US" altLang="ko-KR" smtClean="0"/>
              <a:t> </a:t>
            </a:r>
            <a:r>
              <a:rPr lang="ko-KR" altLang="en-US" smtClean="0"/>
              <a:t>로봇과 개발</a:t>
            </a:r>
            <a:r>
              <a:rPr lang="en-US" altLang="ko-KR" smtClean="0"/>
              <a:t>PC</a:t>
            </a:r>
            <a:r>
              <a:rPr lang="ko-KR" altLang="en-US" smtClean="0"/>
              <a:t>간 시리얼통신을 위한 </a:t>
            </a:r>
            <a:r>
              <a:rPr lang="en-US" altLang="ko-KR" smtClean="0"/>
              <a:t>USB to Serial </a:t>
            </a:r>
            <a:r>
              <a:rPr lang="ko-KR" altLang="en-US" smtClean="0"/>
              <a:t>드라이버 설치</a:t>
            </a: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694814" y="2066995"/>
            <a:ext cx="4206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/>
              <a:t>설치파일 </a:t>
            </a:r>
            <a:r>
              <a:rPr lang="en-US" altLang="ko-KR" smtClean="0"/>
              <a:t>: </a:t>
            </a:r>
            <a:r>
              <a:rPr lang="ko-KR" altLang="en-US" smtClean="0"/>
              <a:t>CH9102_VCP_SER_Windows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96" y="2476083"/>
            <a:ext cx="4534533" cy="70494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12" y="3820108"/>
            <a:ext cx="3186951" cy="182910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637" y="4224260"/>
            <a:ext cx="1952973" cy="838072"/>
          </a:xfrm>
          <a:prstGeom prst="rect">
            <a:avLst/>
          </a:prstGeom>
        </p:spPr>
      </p:pic>
      <p:pic>
        <p:nvPicPr>
          <p:cNvPr id="13" name="Picture 2" descr="Click PNGs for Free Download"/>
          <p:cNvPicPr>
            <a:picLocks noChangeAspect="1" noChangeArrowheads="1"/>
          </p:cNvPicPr>
          <p:nvPr/>
        </p:nvPicPr>
        <p:blipFill>
          <a:blip r:embed="rId5" cstate="hq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823" y="4410395"/>
            <a:ext cx="465801" cy="46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lick PNGs for Free Download"/>
          <p:cNvPicPr>
            <a:picLocks noChangeAspect="1" noChangeArrowheads="1"/>
          </p:cNvPicPr>
          <p:nvPr/>
        </p:nvPicPr>
        <p:blipFill>
          <a:blip r:embed="rId5" cstate="hq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809" y="4829431"/>
            <a:ext cx="465801" cy="46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621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나눔스퀘어 Bold"/>
        <a:ea typeface="나눔스퀘어 Bold"/>
        <a:cs typeface=""/>
      </a:majorFont>
      <a:minorFont>
        <a:latin typeface="나눔스퀘어"/>
        <a:ea typeface="나눔스퀘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8905</TotalTime>
  <Words>235</Words>
  <Application>Microsoft Office PowerPoint</Application>
  <PresentationFormat>와이드스크린</PresentationFormat>
  <Paragraphs>50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Arial</vt:lpstr>
      <vt:lpstr>나눔스퀘어OTF Bold</vt:lpstr>
      <vt:lpstr>나눔스퀘어OTF_ac</vt:lpstr>
      <vt:lpstr>나눔스퀘어</vt:lpstr>
      <vt:lpstr>나눔스퀘어 Bold</vt:lpstr>
      <vt:lpstr>Wingdings</vt:lpstr>
      <vt:lpstr>나눔스퀘어OTF_ac ExtraBold</vt:lpstr>
      <vt:lpstr>Office 테마</vt:lpstr>
      <vt:lpstr>PowerPoint 프레젠테이션</vt:lpstr>
      <vt:lpstr>개발 환경</vt:lpstr>
      <vt:lpstr>Install Python</vt:lpstr>
      <vt:lpstr>[선택1] Install Visual Studio Code</vt:lpstr>
      <vt:lpstr>[선택1] Install Visual Studio Code</vt:lpstr>
      <vt:lpstr>[선택2]Install PyCharm</vt:lpstr>
      <vt:lpstr>[선택3]myB1lockly</vt:lpstr>
      <vt:lpstr>[선택3]myB1lockly</vt:lpstr>
      <vt:lpstr>Pymycobot API</vt:lpstr>
      <vt:lpstr>USB Driver 설치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안정현</dc:creator>
  <cp:lastModifiedBy>hellocom</cp:lastModifiedBy>
  <cp:revision>221</cp:revision>
  <dcterms:created xsi:type="dcterms:W3CDTF">2023-04-10T01:50:38Z</dcterms:created>
  <dcterms:modified xsi:type="dcterms:W3CDTF">2024-04-25T02:20:02Z</dcterms:modified>
</cp:coreProperties>
</file>